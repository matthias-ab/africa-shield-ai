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AfriShield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E9E9"/>
                </a:solidFill>
                <a:latin typeface="Calibri"/>
              </a:rPr>
              <a:t>Last-Mile Flood Early-Warning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Backend  ·  Machine Learning  ·  Mobile App  · 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9C7D6"/>
                </a:solidFill>
                <a:latin typeface="Calibri"/>
              </a:rPr>
              <a:t>Technical Progress Update — Team Sync · August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000" b="1">
                <a:solidFill>
                  <a:srgbClr val="13233A"/>
                </a:solidFill>
                <a:latin typeface="Calibri"/>
              </a:rPr>
              <a:t>▸  Backend</a:t>
            </a:r>
            <a:r>
              <a:rPr sz="2000" b="0">
                <a:solidFill>
                  <a:srgbClr val="13233A"/>
                </a:solidFill>
                <a:latin typeface="Calibri"/>
              </a:rPr>
              <a:t>  — API, real alert channels, what's real vs. simulated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000" b="1">
                <a:solidFill>
                  <a:srgbClr val="13233A"/>
                </a:solidFill>
                <a:latin typeface="Calibri"/>
              </a:rPr>
              <a:t>▸  Machine Learning</a:t>
            </a:r>
            <a:r>
              <a:rPr sz="2000" b="0">
                <a:solidFill>
                  <a:srgbClr val="13233A"/>
                </a:solidFill>
                <a:latin typeface="Calibri"/>
              </a:rPr>
              <a:t>  — the dual risk model, and an honest look at the training data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000" b="1">
                <a:solidFill>
                  <a:srgbClr val="13233A"/>
                </a:solidFill>
                <a:latin typeface="Calibri"/>
              </a:rPr>
              <a:t>▸  Mobile App</a:t>
            </a:r>
            <a:r>
              <a:rPr sz="2000" b="0">
                <a:solidFill>
                  <a:srgbClr val="13233A"/>
                </a:solidFill>
                <a:latin typeface="Calibri"/>
              </a:rPr>
              <a:t>  — the Flutter app, and everything added this week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000" b="1">
                <a:solidFill>
                  <a:srgbClr val="13233A"/>
                </a:solidFill>
                <a:latin typeface="Calibri"/>
              </a:rPr>
              <a:t>▸  Simulation</a:t>
            </a:r>
            <a:r>
              <a:rPr sz="2000" b="0">
                <a:solidFill>
                  <a:srgbClr val="13233A"/>
                </a:solidFill>
                <a:latin typeface="Calibri"/>
              </a:rPr>
              <a:t>  — the Wokwi ESP32 flood-sensor prototype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000" b="1">
                <a:solidFill>
                  <a:srgbClr val="13233A"/>
                </a:solidFill>
                <a:latin typeface="Calibri"/>
              </a:rPr>
              <a:t>▸  What's left</a:t>
            </a:r>
            <a:r>
              <a:rPr sz="2000" b="0">
                <a:solidFill>
                  <a:srgbClr val="13233A"/>
                </a:solidFill>
                <a:latin typeface="Calibri"/>
              </a:rPr>
              <a:t>  — the honest punch list before the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B41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4165"/>
                </a:solidFill>
                <a:latin typeface="Calibri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 lightweight FastAPI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B7C"/>
                </a:solidFill>
                <a:latin typeface="Calibri"/>
              </a:rPr>
              <a:t>No heavy infrastructure by design — JSON files for storage, easy to run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2697480" cy="402336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Risk &amp; 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/api/risk-check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GET /api/regions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965960"/>
            <a:ext cx="2697480" cy="402336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965960"/>
            <a:ext cx="2697480" cy="5029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9659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Real alert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0604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/api/alerts/send (SMS / voice)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3756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GET /api/alerts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6908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/api/ussd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65960"/>
            <a:ext cx="2697480" cy="402336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697480" cy="5029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659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IoT &amp; citizen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/api/sensor-reading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/api/hazard-reports (+ photo)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965960"/>
            <a:ext cx="2697480" cy="402336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965960"/>
            <a:ext cx="2697480" cy="5029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965960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New this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60604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/api/hazard-reports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33756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3233A"/>
                </a:solidFill>
                <a:latin typeface="Consolas"/>
              </a:rPr>
              <a:t>POST /api/push-tokens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B41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4165"/>
                </a:solidFill>
                <a:latin typeface="Calibri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Real vs. simulated — said out loud, not hidden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D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9254"/>
                </a:solidFill>
                <a:latin typeface="Calibri"/>
              </a:rPr>
              <a:t>REAL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Rules-based + trained ML risk scoring, live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Alert text in 7 languages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Automatic SMS the moment a region crosses into “high” risk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Hazard/help reports + photo attachment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Push-notification plumbing (registration, sending code)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solidFill>
            <a:srgbClr val="FB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0A61B"/>
                </a:solidFill>
                <a:latin typeface="Calibri"/>
              </a:rPr>
              <a:t>STILL SIMULATED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Actual SMS/voice sending — no Africa's Talking account created yet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Actual push delivery — no Firebase project created yet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3233A"/>
                </a:solidFill>
                <a:latin typeface="Calibri"/>
              </a:rPr>
              <a:t>▸  Every simulated send is clearly labeled as such in the UI/logs, never disguised as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Two risk scores, on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B7C"/>
                </a:solidFill>
                <a:latin typeface="Calibri"/>
              </a:rPr>
              <a:t>Every reading gets scored two independent ways — shown side by side, not blended.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429768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2314F"/>
                </a:solidFill>
                <a:latin typeface="Calibri"/>
              </a:rPr>
              <a:t>1. Rules-based 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Normalized rainfall + river level, equally weighted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Bucketed into low / medium / high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Simple enough to explain and audit by hand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Powers every alert message sent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03520" cy="429768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2314F"/>
                </a:solidFill>
                <a:latin typeface="Calibri"/>
              </a:rPr>
              <a:t>2. Trained ML model (second opinion)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scikit-learn: StandardScaler + LogisticRegression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Runs alongside the rules-based score, not instead of 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Committed model file — no retraining needed to run the app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A genuine ML component for the “appropriate use of AI”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The honest story on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We looked for real historical flood data.</a:t>
            </a:r>
            <a:r>
              <a:rPr sz="1700" b="0">
                <a:solidFill>
                  <a:srgbClr val="13233A"/>
                </a:solidFill>
                <a:latin typeface="Calibri"/>
              </a:rPr>
              <a:t> EM-DAT, ICPAC, NASA EONET, GDACS + Open-Meteo — all investigated.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Only 14 of 41,355 assembled rows had a real confirmed label.</a:t>
            </a:r>
            <a:r>
              <a:rPr sz="1700" b="0">
                <a:solidFill>
                  <a:srgbClr val="13233A"/>
                </a:solidFill>
                <a:latin typeface="Calibri"/>
              </a:rPr>
              <a:t> 0.03% — not enough to train on, and part of it risked leakage.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Decision: keep the synthetic-trained model.</a:t>
            </a:r>
            <a:r>
              <a:rPr sz="1700" b="0">
                <a:solidFill>
                  <a:srgbClr val="13233A"/>
                </a:solidFill>
                <a:latin typeface="Calibri"/>
              </a:rPr>
              <a:t> Cite real GDACS/rainfall data as external validation in the pitch instead of forcing a swap.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0515600" cy="1371600"/>
          </a:xfrm>
          <a:prstGeom prst="rect">
            <a:avLst/>
          </a:prstGeom>
          <a:solidFill>
            <a:srgbClr val="FB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C2626"/>
                </a:solidFill>
                <a:latin typeface="Calibri"/>
              </a:rPr>
              <a:t>Why say this out loud? Because a demo that quietly claims real training data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DC2626"/>
                </a:solidFill>
                <a:latin typeface="Calibri"/>
              </a:rPr>
              <a:t>and gets asked a follow-up question is worse than one that's upfront about the tradeoff.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 citizen-facing Flutter app, matching Figma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>
                <a:solidFill>
                  <a:srgbClr val="13233A"/>
                </a:solidFill>
                <a:latin typeface="Calibri"/>
              </a:rPr>
              <a:t>▸  Onboarding: </a:t>
            </a:r>
            <a:r>
              <a:rPr sz="1600" b="0">
                <a:solidFill>
                  <a:srgbClr val="13233A"/>
                </a:solidFill>
                <a:latin typeface="Calibri"/>
              </a:rPr>
              <a:t>Splash → Welcome → Language (9) → Country (54) → Location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>
                <a:solidFill>
                  <a:srgbClr val="13233A"/>
                </a:solidFill>
                <a:latin typeface="Calibri"/>
              </a:rPr>
              <a:t>▸  Home</a:t>
            </a:r>
            <a:r>
              <a:rPr sz="1600" b="0">
                <a:solidFill>
                  <a:srgbClr val="13233A"/>
                </a:solidFill>
                <a:latin typeface="Calibri"/>
              </a:rPr>
              <a:t> — your region's current risk, stats, mini map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>
                <a:solidFill>
                  <a:srgbClr val="13233A"/>
                </a:solidFill>
                <a:latin typeface="Calibri"/>
              </a:rPr>
              <a:t>▸  Alert</a:t>
            </a:r>
            <a:r>
              <a:rPr sz="1600" b="0">
                <a:solidFill>
                  <a:srgbClr val="13233A"/>
                </a:solidFill>
                <a:latin typeface="Calibri"/>
              </a:rPr>
              <a:t> — every monitored region, filterable by risk level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>
                <a:solidFill>
                  <a:srgbClr val="13233A"/>
                </a:solidFill>
                <a:latin typeface="Calibri"/>
              </a:rPr>
              <a:t>▸  Maps</a:t>
            </a:r>
            <a:r>
              <a:rPr sz="1600" b="0">
                <a:solidFill>
                  <a:srgbClr val="13233A"/>
                </a:solidFill>
                <a:latin typeface="Calibri"/>
              </a:rPr>
              <a:t> — real OpenStreetMap, every region pinned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600" b="1">
                <a:solidFill>
                  <a:srgbClr val="13233A"/>
                </a:solidFill>
                <a:latin typeface="Calibri"/>
              </a:rPr>
              <a:t>▸  Reports</a:t>
            </a:r>
            <a:r>
              <a:rPr sz="1600" b="0">
                <a:solidFill>
                  <a:srgbClr val="13233A"/>
                </a:solidFill>
                <a:latin typeface="Calibri"/>
              </a:rPr>
              <a:t> — report a hazard, or that you need help</a:t>
            </a:r>
          </a:p>
        </p:txBody>
      </p:sp>
      <p:pic>
        <p:nvPicPr>
          <p:cNvPr id="7" name="Picture 6" descr="dashboard-overview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6729984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806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(Web dashboard shown — mobile app mirrors the same live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What's actually real — not just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OpenStreetMap, real offline cache with an honest “showing saved data” banner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on-device text-to-speech “Read Aloud” for accessibility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GPS (onboarding + hazard reports) via geolocator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photo attachment on hazard reports (camera or gallery)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State/City data for all 54 countries — 1,117 states, 4,638 cities, not free text anymore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Real UI translation into all 7 backend languages, switched live from Settings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Hazard/help reporting fully wired end-to-end to the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E9E9"/>
                </a:solidFill>
                <a:latin typeface="Calibri"/>
              </a:rPr>
              <a:t>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Push notifications — built, not yet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3233A"/>
                </a:solidFill>
                <a:latin typeface="Calibri"/>
              </a:rPr>
              <a:t>▸  Firebase Cloud Messaging wired on both backend and mobile app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3233A"/>
                </a:solidFill>
                <a:latin typeface="Calibri"/>
              </a:rPr>
              <a:t>▸  Settings &gt; Alert Channels &gt; “Mobile App” toggle is real and interactive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3233A"/>
                </a:solidFill>
                <a:latin typeface="Calibri"/>
              </a:rPr>
              <a:t>▸  Enabling it registers your device with the backend for your 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10607040" cy="1828800"/>
          </a:xfrm>
          <a:prstGeom prst="rect">
            <a:avLst/>
          </a:prstGeom>
          <a:solidFill>
            <a:srgbClr val="FB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0A61B"/>
                </a:solidFill>
                <a:latin typeface="Calibri"/>
              </a:rPr>
              <a:t>The honest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3233A"/>
                </a:solidFill>
                <a:latin typeface="Calibri"/>
              </a:rPr>
              <a:t>No Firebase project has actually been created yet (same category of gap as the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3233A"/>
                </a:solidFill>
                <a:latin typeface="Calibri"/>
              </a:rPr>
              <a:t>Africa’s Talking account). Until then, the toggle honestly says “unavailable” — it never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3233A"/>
                </a:solidFill>
                <a:latin typeface="Calibri"/>
              </a:rPr>
              <a:t>fakes a successful registration.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0A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A61B"/>
                </a:solidFill>
                <a:latin typeface="Calibri"/>
              </a:rP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Wokwi ESP32 flood-sensor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A browser-based ESP32 simulation — two potentiometers standing in for a rain sensor and a water-level sensor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Feeds POST /api/sensor-reading, scored exactly the way a manual risk-check is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3233A"/>
                </a:solidFill>
                <a:latin typeface="Calibri"/>
              </a:rPr>
              <a:t>▸  Automatically sends a real SMS the first time a device's region crosses into “high”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10607040" cy="2103120"/>
          </a:xfrm>
          <a:prstGeom prst="rect">
            <a:avLst/>
          </a:prstGeom>
          <a:solidFill>
            <a:srgbClr val="FB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0A61B"/>
                </a:solidFill>
                <a:latin typeface="Calibri"/>
              </a:rPr>
              <a:t>Not yet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Only tested with curl standing in for the device — never against a real running backend yet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Needs a public tunnel (ngrok) since Wokwi can't reach localhost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3233A"/>
                </a:solidFill>
                <a:latin typeface="Calibri"/>
              </a:rPr>
              <a:t>▸  No real physical hardware yet — that's the next step after the simulation is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C2626"/>
                </a:solidFill>
                <a:latin typeface="Calibri"/>
              </a:rPr>
              <a:t>BEFORE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The honest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Create a real Africa's Talking sandbox account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send one real test SMS and voice call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Test USSD against the real sandbox simulator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only tested locally so far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Verify voice speech for non-English alerts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Arabic/Swahili/Somali untested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Run the Wokwi simulation against a real running backend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needs a tunnel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Create a real Firebase project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for push notifications to actually deliver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13233A"/>
                </a:solidFill>
                <a:latin typeface="Calibri"/>
              </a:rPr>
              <a:t>▸  Native-speaker review</a:t>
            </a:r>
            <a:r>
              <a:rPr sz="1700" b="0">
                <a:solidFill>
                  <a:srgbClr val="13233A"/>
                </a:solidFill>
                <a:latin typeface="Calibri"/>
              </a:rPr>
              <a:t> — alert wording (French/Portuguese/Amharic) and all mobile UI translations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AfriShield AI — Team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1D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E9E9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9C7D6"/>
                </a:solidFill>
                <a:latin typeface="Calibri"/>
              </a:rPr>
              <a:t>Matthias — Backend / AI    ·    Habiba, Farid, Thompson — Frontend Web Dashboard    ·    Mohamed Zaki — Embedded Systems /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